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2" d="100"/>
          <a:sy n="52" d="100"/>
        </p:scale>
        <p:origin x="1434" y="7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AfriTalent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3672" cy="685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7665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Plateforme de freelances tech en Afrique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Projet de développement 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914400"/>
            <a:ext cx="33832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1188720"/>
            <a:ext cx="914400" cy="914400"/>
          </a:xfrm>
          <a:prstGeom prst="ellipse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0" y="1920240"/>
            <a:ext cx="914400" cy="9144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0" y="2651760"/>
            <a:ext cx="914400" cy="91440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402336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B5FEF"/>
                </a:solidFill>
              </a:defRPr>
            </a:pPr>
            <a:r>
              <a:t>AFRITALENT</a:t>
            </a:r>
          </a:p>
          <a:p>
            <a:pPr algn="ctr">
              <a:defRPr sz="1600">
                <a:solidFill>
                  <a:srgbClr val="6E6E6E"/>
                </a:solidFill>
              </a:defRPr>
            </a:pPr>
            <a:r>
              <a:t>Freelance • Tech • Afrique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Contexte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3672" cy="685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7665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• Forte croissance du marché freelance en Afrique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Besoin d'une plateforme fiable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Solution : AfriTalent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914400"/>
            <a:ext cx="33832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1188720"/>
            <a:ext cx="914400" cy="914400"/>
          </a:xfrm>
          <a:prstGeom prst="ellipse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0" y="1920240"/>
            <a:ext cx="914400" cy="9144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0" y="2651760"/>
            <a:ext cx="914400" cy="91440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402336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B5FEF"/>
                </a:solidFill>
              </a:defRPr>
            </a:pPr>
            <a:r>
              <a:t>AFRITALENT</a:t>
            </a:r>
          </a:p>
          <a:p>
            <a:pPr algn="ctr">
              <a:defRPr sz="1600">
                <a:solidFill>
                  <a:srgbClr val="6E6E6E"/>
                </a:solidFill>
              </a:defRPr>
            </a:pPr>
            <a:r>
              <a:t>Freelance • Tech • Afrique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Objectifs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3672" cy="685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7665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• Connecter entreprises et freelances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Valoriser les talents africains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Offrir une interface intuitive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914400"/>
            <a:ext cx="33832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1188720"/>
            <a:ext cx="914400" cy="914400"/>
          </a:xfrm>
          <a:prstGeom prst="ellipse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0" y="1920240"/>
            <a:ext cx="914400" cy="9144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0" y="2651760"/>
            <a:ext cx="914400" cy="91440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402336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B5FEF"/>
                </a:solidFill>
              </a:defRPr>
            </a:pPr>
            <a:r>
              <a:t>AFRITALENT</a:t>
            </a:r>
          </a:p>
          <a:p>
            <a:pPr algn="ctr">
              <a:defRPr sz="1600">
                <a:solidFill>
                  <a:srgbClr val="6E6E6E"/>
                </a:solidFill>
              </a:defRPr>
            </a:pPr>
            <a:r>
              <a:t>Freelance • Tech • Afrique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3672" cy="685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7665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HTML5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CSS3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Bootstrap 5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JavaScript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Git &amp;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914400"/>
            <a:ext cx="33832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1188720"/>
            <a:ext cx="914400" cy="914400"/>
          </a:xfrm>
          <a:prstGeom prst="ellipse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0" y="1920240"/>
            <a:ext cx="914400" cy="9144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0" y="2651760"/>
            <a:ext cx="914400" cy="91440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402336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B5FEF"/>
                </a:solidFill>
              </a:defRPr>
            </a:pPr>
            <a:r>
              <a:t>AFRITALENT</a:t>
            </a:r>
          </a:p>
          <a:p>
            <a:pPr algn="ctr">
              <a:defRPr sz="1600">
                <a:solidFill>
                  <a:srgbClr val="6E6E6E"/>
                </a:solidFill>
              </a:defRPr>
            </a:pPr>
            <a:r>
              <a:t>Freelance • Tech • Afrique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Fonctionnalités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3672" cy="685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7665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✓ Mode sombre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✓ Filtre des freelances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✓ Formulaire validé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✓ Animations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✓ Responsive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914400"/>
            <a:ext cx="33832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1188720"/>
            <a:ext cx="914400" cy="914400"/>
          </a:xfrm>
          <a:prstGeom prst="ellipse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0" y="1920240"/>
            <a:ext cx="914400" cy="9144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0" y="2651760"/>
            <a:ext cx="914400" cy="91440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402336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B5FEF"/>
                </a:solidFill>
              </a:defRPr>
            </a:pPr>
            <a:r>
              <a:t>AFRITALENT</a:t>
            </a:r>
          </a:p>
          <a:p>
            <a:pPr algn="ctr">
              <a:defRPr sz="1600">
                <a:solidFill>
                  <a:srgbClr val="6E6E6E"/>
                </a:solidFill>
              </a:defRPr>
            </a:pPr>
            <a:r>
              <a:t>Freelance • Tech • Afrique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3672" cy="685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7665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Pages : Accueil, Freelances, Tarifs,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À propos et Contact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endParaRPr/>
          </a:p>
          <a:p>
            <a:pPr>
              <a:defRPr sz="2200">
                <a:solidFill>
                  <a:srgbClr val="2D2D2D"/>
                </a:solidFill>
              </a:defRPr>
            </a:pPr>
            <a:r>
              <a:t>Organisation :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css/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js/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images/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914400"/>
            <a:ext cx="33832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1188720"/>
            <a:ext cx="914400" cy="914400"/>
          </a:xfrm>
          <a:prstGeom prst="ellipse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0" y="1920240"/>
            <a:ext cx="914400" cy="9144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0" y="2651760"/>
            <a:ext cx="914400" cy="91440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402336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B5FEF"/>
                </a:solidFill>
              </a:defRPr>
            </a:pPr>
            <a:r>
              <a:t>AFRITALENT</a:t>
            </a:r>
          </a:p>
          <a:p>
            <a:pPr algn="ctr">
              <a:defRPr sz="1600">
                <a:solidFill>
                  <a:srgbClr val="6E6E6E"/>
                </a:solidFill>
              </a:defRPr>
            </a:pPr>
            <a:r>
              <a:t>Freelance • Tech • Afrique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3672" cy="685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38160" y="914400"/>
            <a:ext cx="33832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1188720"/>
            <a:ext cx="914400" cy="914400"/>
          </a:xfrm>
          <a:prstGeom prst="ellipse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0" y="1920240"/>
            <a:ext cx="914400" cy="9144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0" y="2651760"/>
            <a:ext cx="914400" cy="91440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402336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B5FEF"/>
                </a:solidFill>
              </a:defRPr>
            </a:pPr>
            <a:r>
              <a:t>AFRITALENT</a:t>
            </a:r>
          </a:p>
          <a:p>
            <a:pPr algn="ctr">
              <a:defRPr sz="1600">
                <a:solidFill>
                  <a:srgbClr val="6E6E6E"/>
                </a:solidFill>
              </a:defRPr>
            </a:pPr>
            <a:r>
              <a:t>Freelance • Tech • Afrique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Difficultés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3672" cy="685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7665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Responsive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→ Bootstrap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endParaRPr/>
          </a:p>
          <a:p>
            <a:pPr>
              <a:defRPr sz="2200">
                <a:solidFill>
                  <a:srgbClr val="2D2D2D"/>
                </a:solidFill>
              </a:defRPr>
            </a:pPr>
            <a:r>
              <a:t>Gestion Git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→ Commits réguliers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endParaRPr/>
          </a:p>
          <a:p>
            <a:pPr>
              <a:defRPr sz="2200">
                <a:solidFill>
                  <a:srgbClr val="2D2D2D"/>
                </a:solidFill>
              </a:defRPr>
            </a:pPr>
            <a:r>
              <a:t>JavaScript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→ Tests progressifs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914400"/>
            <a:ext cx="33832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1188720"/>
            <a:ext cx="914400" cy="914400"/>
          </a:xfrm>
          <a:prstGeom prst="ellipse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0" y="1920240"/>
            <a:ext cx="914400" cy="9144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0" y="2651760"/>
            <a:ext cx="914400" cy="91440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402336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B5FEF"/>
                </a:solidFill>
              </a:defRPr>
            </a:pPr>
            <a:r>
              <a:t>AFRITALENT</a:t>
            </a:r>
          </a:p>
          <a:p>
            <a:pPr algn="ctr">
              <a:defRPr sz="1600">
                <a:solidFill>
                  <a:srgbClr val="6E6E6E"/>
                </a:solidFill>
              </a:defRPr>
            </a:pPr>
            <a:r>
              <a:t>Freelance • Tech • Afrique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Bilan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3672" cy="685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7665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• Projet finalisé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Déploiement GitHub Pages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Compétences renforcées en développement 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914400"/>
            <a:ext cx="33832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1188720"/>
            <a:ext cx="914400" cy="914400"/>
          </a:xfrm>
          <a:prstGeom prst="ellipse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0" y="1920240"/>
            <a:ext cx="914400" cy="9144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0" y="2651760"/>
            <a:ext cx="914400" cy="91440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402336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B5FEF"/>
                </a:solidFill>
              </a:defRPr>
            </a:pPr>
            <a:r>
              <a:t>AFRITALENT</a:t>
            </a:r>
          </a:p>
          <a:p>
            <a:pPr algn="ctr">
              <a:defRPr sz="1600">
                <a:solidFill>
                  <a:srgbClr val="6E6E6E"/>
                </a:solidFill>
              </a:defRPr>
            </a:pPr>
            <a:r>
              <a:t>Freelance • Tech • Afrique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3" name="Rectangle 2"/>
          <p:cNvSpPr/>
          <p:nvPr/>
        </p:nvSpPr>
        <p:spPr>
          <a:xfrm>
            <a:off x="7955279" y="0"/>
            <a:ext cx="4233672" cy="6858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7665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Merci de votre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914400"/>
            <a:ext cx="33832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1188720"/>
            <a:ext cx="914400" cy="914400"/>
          </a:xfrm>
          <a:prstGeom prst="ellipse">
            <a:avLst/>
          </a:prstGeom>
          <a:solidFill>
            <a:srgbClr val="5B5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326880" y="1920240"/>
            <a:ext cx="914400" cy="9144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0" y="2651760"/>
            <a:ext cx="914400" cy="914400"/>
          </a:xfrm>
          <a:prstGeom prst="ellips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402336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B5FEF"/>
                </a:solidFill>
              </a:defRPr>
            </a:pPr>
            <a:r>
              <a:t>AFRITALENT</a:t>
            </a:r>
          </a:p>
          <a:p>
            <a:pPr algn="ctr">
              <a:defRPr sz="1600">
                <a:solidFill>
                  <a:srgbClr val="6E6E6E"/>
                </a:solidFill>
              </a:defRPr>
            </a:pPr>
            <a:r>
              <a:t>Freelance • Tech • Afrique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185</Words>
  <Application>Microsoft Office PowerPoint</Application>
  <PresentationFormat>Personnalisé</PresentationFormat>
  <Paragraphs>67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seyemaodo599@gmail.com</cp:lastModifiedBy>
  <cp:revision>3</cp:revision>
  <dcterms:created xsi:type="dcterms:W3CDTF">2013-01-27T09:14:16Z</dcterms:created>
  <dcterms:modified xsi:type="dcterms:W3CDTF">2026-06-21T13:16:08Z</dcterms:modified>
  <cp:category/>
</cp:coreProperties>
</file>